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53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52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180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7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05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066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3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18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0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76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187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71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7">
            <a:extLst>
              <a:ext uri="{FF2B5EF4-FFF2-40B4-BE49-F238E27FC236}">
                <a16:creationId xmlns:a16="http://schemas.microsoft.com/office/drawing/2014/main" id="{59A9681A-2486-4655-A876-E26402CA2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2662B3-1DE2-0092-E36C-EFAD104B8E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7885"/>
          <a:stretch>
            <a:fillRect/>
          </a:stretch>
        </p:blipFill>
        <p:spPr>
          <a:xfrm>
            <a:off x="2" y="152"/>
            <a:ext cx="12191998" cy="6857848"/>
          </a:xfrm>
          <a:prstGeom prst="rect">
            <a:avLst/>
          </a:prstGeom>
        </p:spPr>
      </p:pic>
      <p:sp>
        <p:nvSpPr>
          <p:cNvPr id="24" name="Rectangle 19">
            <a:extLst>
              <a:ext uri="{FF2B5EF4-FFF2-40B4-BE49-F238E27FC236}">
                <a16:creationId xmlns:a16="http://schemas.microsoft.com/office/drawing/2014/main" id="{C9BB6818-31C2-4340-98F8-64FF7F46A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C589FEF-540B-ACB4-AE91-514948E22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758629" cy="2696866"/>
          </a:xfrm>
        </p:spPr>
        <p:txBody>
          <a:bodyPr anchor="t"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Autószerelő Szakma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876E144-B7F3-8E5F-6746-1937B46A4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402572" cy="1287887"/>
          </a:xfrm>
        </p:spPr>
        <p:txBody>
          <a:bodyPr anchor="b"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Készítette: Pintér zsombor, Tóta Olivér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810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1E0CE-D038-C2D3-D0A4-477D63F7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002B4A-4ECD-5B5A-426D-55E9770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4FE76-134E-078A-FB55-E917E514C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A5797CB-CA74-AF77-9B31-4EFF9E0C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F11D92D-61B8-847C-F07B-0EEBD15C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767540" cy="912406"/>
          </a:xfrm>
        </p:spPr>
        <p:txBody>
          <a:bodyPr anchor="t">
            <a:normAutofit/>
          </a:bodyPr>
          <a:lstStyle/>
          <a:p>
            <a:r>
              <a:rPr lang="hu-HU" dirty="0"/>
              <a:t>1. Hét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B479F3-C1D5-A044-9194-60FAD156B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lcím 2">
            <a:extLst>
              <a:ext uri="{FF2B5EF4-FFF2-40B4-BE49-F238E27FC236}">
                <a16:creationId xmlns:a16="http://schemas.microsoft.com/office/drawing/2014/main" id="{1858225A-8376-8E30-AC6B-8A9027063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A feladat kiosztása.</a:t>
            </a:r>
          </a:p>
          <a:p>
            <a:pPr marL="0" indent="0">
              <a:buNone/>
            </a:pPr>
            <a:r>
              <a:rPr lang="hu-HU" dirty="0"/>
              <a:t>Olivér hiányzott így Zsombornak kellett kitalálnia hogy milyen szakmáról szeretnének oldalt csinálni. Így lett az autószerelő szakma. </a:t>
            </a:r>
            <a:r>
              <a:rPr lang="hu-HU" dirty="0" err="1"/>
              <a:t>Wireframe</a:t>
            </a:r>
            <a:r>
              <a:rPr lang="hu-HU" dirty="0"/>
              <a:t> adott volt így csak azt kellet kitalálni hogy mit hova helyezünk az oldalon.</a:t>
            </a:r>
          </a:p>
        </p:txBody>
      </p:sp>
    </p:spTree>
    <p:extLst>
      <p:ext uri="{BB962C8B-B14F-4D97-AF65-F5344CB8AC3E}">
        <p14:creationId xmlns:p14="http://schemas.microsoft.com/office/powerpoint/2010/main" val="473004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26067-2AEA-212A-6BC3-CB72B5FB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689BAA8-EAFC-BC72-B7B0-004E45634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523BCE-BAFB-F201-6C04-FDF71B8BC3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604654E-4B2B-E1A4-C4D6-B33173F54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CF7AD93-D23B-FD5F-EDEC-95C1468AE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767540" cy="912406"/>
          </a:xfrm>
        </p:spPr>
        <p:txBody>
          <a:bodyPr anchor="t">
            <a:normAutofit/>
          </a:bodyPr>
          <a:lstStyle/>
          <a:p>
            <a:r>
              <a:rPr lang="hu-HU" dirty="0"/>
              <a:t>2. Hét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845B1D-C890-393A-7716-39CD7D670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lcím 2">
            <a:extLst>
              <a:ext uri="{FF2B5EF4-FFF2-40B4-BE49-F238E27FC236}">
                <a16:creationId xmlns:a16="http://schemas.microsoft.com/office/drawing/2014/main" id="{F51F7078-B867-70C0-486A-F36CE960E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Olivér megkezdte az oldal megvalósítását, megcsinálta az alap </a:t>
            </a:r>
            <a:r>
              <a:rPr lang="hu-HU" dirty="0" err="1"/>
              <a:t>cardokat</a:t>
            </a:r>
            <a:r>
              <a:rPr lang="hu-HU" dirty="0"/>
              <a:t> és feldarabolta az oldalt </a:t>
            </a:r>
            <a:r>
              <a:rPr lang="hu-HU" dirty="0" err="1"/>
              <a:t>section</a:t>
            </a:r>
            <a:r>
              <a:rPr lang="hu-HU" dirty="0"/>
              <a:t>-okra.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67722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7CF282-B85A-9066-1676-F1E11CF17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E52F856-6372-459F-BE39-1CB9792E5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C2C068-94A2-60F8-9F31-89B8D5966C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B83CA2-47C2-BE6D-DBFC-70DB7CBDE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91FE932-1486-199E-2DBA-09D2C65F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767540" cy="912406"/>
          </a:xfrm>
        </p:spPr>
        <p:txBody>
          <a:bodyPr anchor="t">
            <a:normAutofit/>
          </a:bodyPr>
          <a:lstStyle/>
          <a:p>
            <a:r>
              <a:rPr lang="hu-HU" dirty="0"/>
              <a:t>3. Hét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4F47C1-D070-6894-9C93-146FCDFE3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lcím 2">
            <a:extLst>
              <a:ext uri="{FF2B5EF4-FFF2-40B4-BE49-F238E27FC236}">
                <a16:creationId xmlns:a16="http://schemas.microsoft.com/office/drawing/2014/main" id="{C18D2EED-12AC-302A-7626-93030CA6C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Olivér megcsinálta a CSS-t illetve szöveggel és képekkel kezdte el feltölteni a HTML kódot.</a:t>
            </a:r>
          </a:p>
        </p:txBody>
      </p:sp>
    </p:spTree>
    <p:extLst>
      <p:ext uri="{BB962C8B-B14F-4D97-AF65-F5344CB8AC3E}">
        <p14:creationId xmlns:p14="http://schemas.microsoft.com/office/powerpoint/2010/main" val="238499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B33130-6646-FB42-D599-8546D88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B00086-F3A3-561C-7603-41A913A86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3F832B-3B04-6636-510A-F1CB950F40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1368C-D004-38E7-3DED-A282FDA3B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2369707-E4F5-65A1-A978-147812AC9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767540" cy="912406"/>
          </a:xfrm>
        </p:spPr>
        <p:txBody>
          <a:bodyPr anchor="t">
            <a:normAutofit/>
          </a:bodyPr>
          <a:lstStyle/>
          <a:p>
            <a:r>
              <a:rPr lang="hu-HU" dirty="0"/>
              <a:t>4. Hét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F7752E-A802-0D01-1059-0579D2DA3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lcím 2">
            <a:extLst>
              <a:ext uri="{FF2B5EF4-FFF2-40B4-BE49-F238E27FC236}">
                <a16:creationId xmlns:a16="http://schemas.microsoft.com/office/drawing/2014/main" id="{3682D907-584E-5B17-0187-9B5BA64F3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Olivér azt hitte hogy e heti péntekre kell befejezni a csoportmunkát ezért az egész csütörtök délutánját erre dedikálta. Eközben Zsombor is visszatért és kezdte bepótolni a lemaradást szöveget, képet gyűjtött oda ahol az elmaradt, megcsinálta a </a:t>
            </a:r>
            <a:r>
              <a:rPr lang="hu-HU" dirty="0" err="1"/>
              <a:t>footert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2918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1C7E5-C554-9E2C-F52E-BDAF7995E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2FEC84-DF33-F2E8-FA1F-44F0B83C6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CC11A-45DB-426F-25A0-B11E536EDD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AEA19F4-3A32-703F-7516-62BB1BD0A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60103D3-51C8-2522-0674-D23749282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767540" cy="912406"/>
          </a:xfrm>
        </p:spPr>
        <p:txBody>
          <a:bodyPr anchor="t">
            <a:normAutofit/>
          </a:bodyPr>
          <a:lstStyle/>
          <a:p>
            <a:r>
              <a:rPr lang="hu-HU" dirty="0"/>
              <a:t>5. Hét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F0E265-F7BB-490C-7FC9-575897995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lcím 2">
            <a:extLst>
              <a:ext uri="{FF2B5EF4-FFF2-40B4-BE49-F238E27FC236}">
                <a16:creationId xmlns:a16="http://schemas.microsoft.com/office/drawing/2014/main" id="{076EF15F-D2D0-CCCB-FBF8-7F470DAE8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Bemutatás napja az oldal készen áll bemutatásra.</a:t>
            </a:r>
          </a:p>
        </p:txBody>
      </p:sp>
    </p:spTree>
    <p:extLst>
      <p:ext uri="{BB962C8B-B14F-4D97-AF65-F5344CB8AC3E}">
        <p14:creationId xmlns:p14="http://schemas.microsoft.com/office/powerpoint/2010/main" val="3755635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68B14-7428-EEDD-A212-ADB056C8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D3941E-3BA8-FEB1-5BCD-88F0686CE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CA0B9-1AE6-7241-CC3E-4DA75739B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E517BFD-6A06-C445-500F-9AA0AB526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BD450E0-A91B-DC76-BE2E-B5F884C2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767540" cy="912406"/>
          </a:xfrm>
        </p:spPr>
        <p:txBody>
          <a:bodyPr anchor="t">
            <a:normAutofit/>
          </a:bodyPr>
          <a:lstStyle/>
          <a:p>
            <a:r>
              <a:rPr lang="hu-HU" dirty="0"/>
              <a:t>Összegzés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4BDA36-7579-7311-B192-1D0E26BD5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lcím 2">
            <a:extLst>
              <a:ext uri="{FF2B5EF4-FFF2-40B4-BE49-F238E27FC236}">
                <a16:creationId xmlns:a16="http://schemas.microsoft.com/office/drawing/2014/main" id="{7860C636-32C4-DDD5-C975-24432E70D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r>
              <a:rPr lang="hu-HU" dirty="0"/>
              <a:t>Az oldal nagy része Olivérnek köszönhető (</a:t>
            </a:r>
            <a:r>
              <a:rPr lang="hu-HU" dirty="0" err="1"/>
              <a:t>cards</a:t>
            </a:r>
            <a:r>
              <a:rPr lang="hu-HU" dirty="0"/>
              <a:t>, </a:t>
            </a:r>
            <a:r>
              <a:rPr lang="hu-HU" dirty="0" err="1"/>
              <a:t>navbar</a:t>
            </a:r>
            <a:r>
              <a:rPr lang="hu-HU" dirty="0"/>
              <a:t>, </a:t>
            </a:r>
            <a:r>
              <a:rPr lang="hu-HU" dirty="0" err="1"/>
              <a:t>css</a:t>
            </a:r>
            <a:r>
              <a:rPr lang="hu-HU" dirty="0"/>
              <a:t>)</a:t>
            </a:r>
          </a:p>
          <a:p>
            <a:r>
              <a:rPr lang="hu-HU" dirty="0"/>
              <a:t>Zsombor a kiesés miatt képet és szöveget gyűjtött illetve a PPT </a:t>
            </a:r>
            <a:r>
              <a:rPr lang="hu-HU"/>
              <a:t>bemutatót készítette el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27678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68B14-7428-EEDD-A212-ADB056C8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D3941E-3BA8-FEB1-5BCD-88F0686CE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CA0B9-1AE6-7241-CC3E-4DA75739B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E517BFD-6A06-C445-500F-9AA0AB526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BD450E0-A91B-DC76-BE2E-B5F884C2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767540" cy="912406"/>
          </a:xfrm>
        </p:spPr>
        <p:txBody>
          <a:bodyPr anchor="t">
            <a:normAutofit/>
          </a:bodyPr>
          <a:lstStyle/>
          <a:p>
            <a:r>
              <a:rPr lang="hu-HU" dirty="0"/>
              <a:t>Az oldal bemutatása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4BDA36-7579-7311-B192-1D0E26BD5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lcím 2">
            <a:extLst>
              <a:ext uri="{FF2B5EF4-FFF2-40B4-BE49-F238E27FC236}">
                <a16:creationId xmlns:a16="http://schemas.microsoft.com/office/drawing/2014/main" id="{7860C636-32C4-DDD5-C975-24432E70D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 lnSpcReduction="10000"/>
          </a:bodyPr>
          <a:lstStyle/>
          <a:p>
            <a:r>
              <a:rPr lang="hu-HU" dirty="0"/>
              <a:t>Az oldal elején elhelyezésre került egy </a:t>
            </a:r>
            <a:r>
              <a:rPr lang="hu-HU" dirty="0" err="1"/>
              <a:t>navbar</a:t>
            </a:r>
            <a:r>
              <a:rPr lang="hu-HU" dirty="0"/>
              <a:t> ami segítségével az oldal </a:t>
            </a:r>
            <a:r>
              <a:rPr lang="hu-HU" dirty="0" err="1"/>
              <a:t>section-jai</a:t>
            </a:r>
            <a:r>
              <a:rPr lang="hu-HU" dirty="0"/>
              <a:t> között tudunk navigálni.</a:t>
            </a:r>
          </a:p>
          <a:p>
            <a:r>
              <a:rPr lang="hu-HU" dirty="0"/>
              <a:t>Rögtön a </a:t>
            </a:r>
            <a:r>
              <a:rPr lang="hu-HU" dirty="0" err="1"/>
              <a:t>navbar</a:t>
            </a:r>
            <a:r>
              <a:rPr lang="hu-HU" dirty="0"/>
              <a:t> alatt egy </a:t>
            </a:r>
            <a:r>
              <a:rPr lang="hu-HU" dirty="0" err="1"/>
              <a:t>carousel</a:t>
            </a:r>
            <a:r>
              <a:rPr lang="hu-HU" dirty="0"/>
              <a:t> helyezkedik el ami szintén egy másodlagos </a:t>
            </a:r>
            <a:r>
              <a:rPr lang="hu-HU" dirty="0" err="1"/>
              <a:t>navbarként</a:t>
            </a:r>
            <a:r>
              <a:rPr lang="hu-HU" dirty="0"/>
              <a:t> funkcionál hiszen ezzel is el lehet érni az oldal egyes részeit</a:t>
            </a:r>
          </a:p>
        </p:txBody>
      </p:sp>
      <p:pic>
        <p:nvPicPr>
          <p:cNvPr id="8" name="Tartalom helye 5">
            <a:extLst>
              <a:ext uri="{FF2B5EF4-FFF2-40B4-BE49-F238E27FC236}">
                <a16:creationId xmlns:a16="http://schemas.microsoft.com/office/drawing/2014/main" id="{FE506161-EE0C-4765-8185-D57A8E64B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256" y="1694540"/>
            <a:ext cx="5931405" cy="233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93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68B14-7428-EEDD-A212-ADB056C8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D3941E-3BA8-FEB1-5BCD-88F0686CE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CA0B9-1AE6-7241-CC3E-4DA75739B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E517BFD-6A06-C445-500F-9AA0AB526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BD450E0-A91B-DC76-BE2E-B5F884C2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767540" cy="912406"/>
          </a:xfrm>
        </p:spPr>
        <p:txBody>
          <a:bodyPr anchor="t">
            <a:normAutofit/>
          </a:bodyPr>
          <a:lstStyle/>
          <a:p>
            <a:r>
              <a:rPr lang="hu-HU" dirty="0"/>
              <a:t>Az oldal bemutatása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4BDA36-7579-7311-B192-1D0E26BD5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lcím 2">
            <a:extLst>
              <a:ext uri="{FF2B5EF4-FFF2-40B4-BE49-F238E27FC236}">
                <a16:creationId xmlns:a16="http://schemas.microsoft.com/office/drawing/2014/main" id="{7860C636-32C4-DDD5-C975-24432E70D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r>
              <a:rPr lang="hu-HU" dirty="0"/>
              <a:t>A bemutatkozásban szerepel egy lista illetve egy kép is el lett helyezve</a:t>
            </a:r>
          </a:p>
          <a:p>
            <a:r>
              <a:rPr lang="hu-HU" dirty="0"/>
              <a:t>A szolgáltatások megvalósítása </a:t>
            </a:r>
            <a:r>
              <a:rPr lang="hu-HU" dirty="0" err="1"/>
              <a:t>cardokkal</a:t>
            </a:r>
            <a:r>
              <a:rPr lang="hu-HU" dirty="0"/>
              <a:t> jött létre, a </a:t>
            </a:r>
            <a:r>
              <a:rPr lang="hu-HU" dirty="0" err="1"/>
              <a:t>cardoknak</a:t>
            </a:r>
            <a:r>
              <a:rPr lang="hu-HU" dirty="0"/>
              <a:t> a széleit </a:t>
            </a:r>
            <a:r>
              <a:rPr lang="hu-HU" dirty="0" err="1"/>
              <a:t>bootstrapben</a:t>
            </a:r>
            <a:r>
              <a:rPr lang="hu-HU" dirty="0"/>
              <a:t> lettek meghatározva.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01CEC09-58EC-4695-B84A-CCE7AA63B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80" y="1352492"/>
            <a:ext cx="590584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46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68B14-7428-EEDD-A212-ADB056C8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D3941E-3BA8-FEB1-5BCD-88F0686CE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CA0B9-1AE6-7241-CC3E-4DA75739B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E517BFD-6A06-C445-500F-9AA0AB526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BD450E0-A91B-DC76-BE2E-B5F884C2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767540" cy="912406"/>
          </a:xfrm>
        </p:spPr>
        <p:txBody>
          <a:bodyPr anchor="t">
            <a:normAutofit/>
          </a:bodyPr>
          <a:lstStyle/>
          <a:p>
            <a:r>
              <a:rPr lang="hu-HU" dirty="0"/>
              <a:t>Az oldal bemutatása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4BDA36-7579-7311-B192-1D0E26BD5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lcím 2">
            <a:extLst>
              <a:ext uri="{FF2B5EF4-FFF2-40B4-BE49-F238E27FC236}">
                <a16:creationId xmlns:a16="http://schemas.microsoft.com/office/drawing/2014/main" id="{7860C636-32C4-DDD5-C975-24432E70D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r>
              <a:rPr lang="hu-HU" dirty="0"/>
              <a:t>A referencia munkák </a:t>
            </a:r>
            <a:r>
              <a:rPr lang="hu-HU" dirty="0" err="1"/>
              <a:t>section</a:t>
            </a:r>
            <a:r>
              <a:rPr lang="hu-HU" dirty="0"/>
              <a:t>-ban egymás mellé 3 kép lett elhelyezve ami egy ötletet ad arról hogy hogyan dolgoznak a fiatalemberek</a:t>
            </a:r>
          </a:p>
          <a:p>
            <a:r>
              <a:rPr lang="hu-HU" dirty="0"/>
              <a:t>Ügyfelek véleménye </a:t>
            </a:r>
            <a:r>
              <a:rPr lang="hu-HU" dirty="0" err="1"/>
              <a:t>section</a:t>
            </a:r>
            <a:r>
              <a:rPr lang="hu-HU" dirty="0"/>
              <a:t> </a:t>
            </a:r>
            <a:r>
              <a:rPr lang="hu-HU" dirty="0" err="1"/>
              <a:t>cardokkal</a:t>
            </a:r>
            <a:r>
              <a:rPr lang="hu-HU" dirty="0"/>
              <a:t> készült 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9A09C154-EC18-4537-AEFB-AFA85C41F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6760"/>
            <a:ext cx="6095999" cy="249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41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68B14-7428-EEDD-A212-ADB056C8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D3941E-3BA8-FEB1-5BCD-88F0686CE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CA0B9-1AE6-7241-CC3E-4DA75739B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E517BFD-6A06-C445-500F-9AA0AB526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BD450E0-A91B-DC76-BE2E-B5F884C2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767540" cy="912406"/>
          </a:xfrm>
        </p:spPr>
        <p:txBody>
          <a:bodyPr anchor="t">
            <a:normAutofit/>
          </a:bodyPr>
          <a:lstStyle/>
          <a:p>
            <a:r>
              <a:rPr lang="hu-HU" dirty="0"/>
              <a:t>Az oldal bemutatása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4BDA36-7579-7311-B192-1D0E26BD5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lcím 2">
            <a:extLst>
              <a:ext uri="{FF2B5EF4-FFF2-40B4-BE49-F238E27FC236}">
                <a16:creationId xmlns:a16="http://schemas.microsoft.com/office/drawing/2014/main" id="{7860C636-32C4-DDD5-C975-24432E70D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r>
              <a:rPr lang="hu-HU" dirty="0"/>
              <a:t>A kapcsolatot és az ajánlatkérést </a:t>
            </a:r>
            <a:r>
              <a:rPr lang="hu-HU" dirty="0" err="1"/>
              <a:t>bootstrap</a:t>
            </a:r>
            <a:r>
              <a:rPr lang="hu-HU" dirty="0"/>
              <a:t> </a:t>
            </a:r>
            <a:r>
              <a:rPr lang="hu-HU" dirty="0" err="1"/>
              <a:t>griddel</a:t>
            </a:r>
            <a:r>
              <a:rPr lang="hu-HU" dirty="0"/>
              <a:t> csináltuk, a megadott </a:t>
            </a:r>
            <a:r>
              <a:rPr lang="hu-HU" dirty="0" err="1"/>
              <a:t>wireframe</a:t>
            </a:r>
            <a:r>
              <a:rPr lang="hu-HU" dirty="0"/>
              <a:t> alapján.</a:t>
            </a:r>
          </a:p>
          <a:p>
            <a:r>
              <a:rPr lang="hu-HU" dirty="0"/>
              <a:t>ajánlatkérésnél az inputokhoz </a:t>
            </a:r>
            <a:r>
              <a:rPr lang="hu-HU" dirty="0" err="1"/>
              <a:t>placeholdereket</a:t>
            </a:r>
            <a:r>
              <a:rPr lang="hu-HU" dirty="0"/>
              <a:t> raktunk, hogy az oldal látogatója tudja, hogy mit és hova kell megadnia.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A365981D-30B6-4F9A-B303-714DD89C7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898" y="1708189"/>
            <a:ext cx="5960082" cy="222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75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68B14-7428-EEDD-A212-ADB056C8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D3941E-3BA8-FEB1-5BCD-88F0686CE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CA0B9-1AE6-7241-CC3E-4DA75739B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E517BFD-6A06-C445-500F-9AA0AB526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BD450E0-A91B-DC76-BE2E-B5F884C2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767540" cy="912406"/>
          </a:xfrm>
        </p:spPr>
        <p:txBody>
          <a:bodyPr anchor="t">
            <a:normAutofit/>
          </a:bodyPr>
          <a:lstStyle/>
          <a:p>
            <a:r>
              <a:rPr lang="hu-HU" dirty="0"/>
              <a:t>Az oldal bemutatása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4BDA36-7579-7311-B192-1D0E26BD5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lcím 2">
            <a:extLst>
              <a:ext uri="{FF2B5EF4-FFF2-40B4-BE49-F238E27FC236}">
                <a16:creationId xmlns:a16="http://schemas.microsoft.com/office/drawing/2014/main" id="{7860C636-32C4-DDD5-C975-24432E70D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>
            <a:normAutofit/>
          </a:bodyPr>
          <a:lstStyle/>
          <a:p>
            <a:r>
              <a:rPr lang="hu-HU" dirty="0"/>
              <a:t>A </a:t>
            </a:r>
            <a:r>
              <a:rPr lang="hu-HU" dirty="0" err="1"/>
              <a:t>footerben</a:t>
            </a:r>
            <a:r>
              <a:rPr lang="hu-HU" dirty="0"/>
              <a:t> egy térkép helyezkedik el ami a címre mutat</a:t>
            </a:r>
          </a:p>
          <a:p>
            <a:r>
              <a:rPr lang="hu-HU" dirty="0"/>
              <a:t>Alatta egy copyright szöveg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6D244CAD-EA90-4ED8-9F00-447EAB7B3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0" y="1905000"/>
            <a:ext cx="609600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046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7">
            <a:extLst>
              <a:ext uri="{FF2B5EF4-FFF2-40B4-BE49-F238E27FC236}">
                <a16:creationId xmlns:a16="http://schemas.microsoft.com/office/drawing/2014/main" id="{59A9681A-2486-4655-A876-E26402CA2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2662B3-1DE2-0092-E36C-EFAD104B8E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7885"/>
          <a:stretch>
            <a:fillRect/>
          </a:stretch>
        </p:blipFill>
        <p:spPr>
          <a:xfrm>
            <a:off x="2" y="152"/>
            <a:ext cx="12191998" cy="6857848"/>
          </a:xfrm>
          <a:prstGeom prst="rect">
            <a:avLst/>
          </a:prstGeom>
        </p:spPr>
      </p:pic>
      <p:sp>
        <p:nvSpPr>
          <p:cNvPr id="24" name="Rectangle 19">
            <a:extLst>
              <a:ext uri="{FF2B5EF4-FFF2-40B4-BE49-F238E27FC236}">
                <a16:creationId xmlns:a16="http://schemas.microsoft.com/office/drawing/2014/main" id="{C9BB6818-31C2-4340-98F8-64FF7F46A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C589FEF-540B-ACB4-AE91-514948E22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758629" cy="2696866"/>
          </a:xfrm>
        </p:spPr>
        <p:txBody>
          <a:bodyPr anchor="t"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Köszönjük szépen a figyelmet!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7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Szélesvásznú</PresentationFormat>
  <Paragraphs>32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6" baseType="lpstr">
      <vt:lpstr>Arial</vt:lpstr>
      <vt:lpstr>Grandview Display</vt:lpstr>
      <vt:lpstr>DashVTI</vt:lpstr>
      <vt:lpstr>Autószerelő Szakma</vt:lpstr>
      <vt:lpstr>1. Hét</vt:lpstr>
      <vt:lpstr>2. Hét</vt:lpstr>
      <vt:lpstr>3. Hét</vt:lpstr>
      <vt:lpstr>4. Hét</vt:lpstr>
      <vt:lpstr>5. Hét</vt:lpstr>
      <vt:lpstr>Összegzés</vt:lpstr>
      <vt:lpstr>Az oldal bemutatása</vt:lpstr>
      <vt:lpstr>Az oldal bemutatása</vt:lpstr>
      <vt:lpstr>Az oldal bemutatása</vt:lpstr>
      <vt:lpstr>Az oldal bemutatása</vt:lpstr>
      <vt:lpstr>Az oldal bemutatása</vt:lpstr>
      <vt:lpstr>Köszönjük szépen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Autószerelő Szakma</dc:title>
  <dc:creator>O365 felhasználó</dc:creator>
  <cp:lastModifiedBy>Tóta Olivér</cp:lastModifiedBy>
  <cp:revision>12</cp:revision>
  <dcterms:created xsi:type="dcterms:W3CDTF">2026-03-19T18:48:34Z</dcterms:created>
  <dcterms:modified xsi:type="dcterms:W3CDTF">2026-03-20T11:03:35Z</dcterms:modified>
</cp:coreProperties>
</file>